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5.xml" ContentType="application/vnd.openxmlformats-officedocument.theme+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slides/slide7.xml" ContentType="application/vnd.openxmlformats-officedocument.presentationml.slide+xml"/>
  <Override PartName="/ppt/slides/slide1.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6.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Lst>
  <p:sldSz cx="9144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5.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Arial"/>
              </a:rPr>
              <a:t>Click to </a:t>
            </a:r>
            <a:r>
              <a:rPr lang="en-US" sz="4400" b="0" u="none" strike="noStrike">
                <a:solidFill>
                  <a:srgbClr val="000000"/>
                </a:solidFill>
                <a:effectLst/>
                <a:uFillTx/>
                <a:latin typeface="Arial"/>
              </a:rPr>
              <a:t>move </a:t>
            </a:r>
            <a:r>
              <a:rPr lang="en-US" sz="4400" b="0" u="none" strike="noStrike">
                <a:solidFill>
                  <a:srgbClr val="000000"/>
                </a:solidFill>
                <a:effectLst/>
                <a:uFillTx/>
                <a:latin typeface="Arial"/>
              </a:rPr>
              <a:t>the </a:t>
            </a:r>
            <a:r>
              <a:rPr lang="en-US" sz="4400" b="0" u="none" strike="noStrike">
                <a:solidFill>
                  <a:srgbClr val="000000"/>
                </a:solidFill>
                <a:effectLst/>
                <a:uFillTx/>
                <a:latin typeface="Arial"/>
              </a:rPr>
              <a:t>slide</a:t>
            </a:r>
            <a:endParaRPr lang="en-US" sz="4400" b="0" u="none" strike="noStrike">
              <a:solidFill>
                <a:srgbClr val="000000"/>
              </a:solidFill>
              <a:effectLst/>
              <a:uFillTx/>
              <a:latin typeface="Arial"/>
            </a:endParaRPr>
          </a:p>
        </p:txBody>
      </p:sp>
      <p:sp>
        <p:nvSpPr>
          <p:cNvPr id="17"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Arial"/>
              </a:rPr>
              <a:t>Click to edit the </a:t>
            </a:r>
            <a:r>
              <a:rPr lang="en-US" sz="2000" b="0" u="none" strike="noStrike">
                <a:solidFill>
                  <a:srgbClr val="000000"/>
                </a:solidFill>
                <a:effectLst/>
                <a:uFillTx/>
                <a:latin typeface="Arial"/>
              </a:rPr>
              <a:t>notes format</a:t>
            </a:r>
            <a:endParaRPr lang="en-US" sz="2000" b="0" u="none" strike="noStrike">
              <a:solidFill>
                <a:srgbClr val="000000"/>
              </a:solidFill>
              <a:effectLst/>
              <a:uFillTx/>
              <a:latin typeface="Arial"/>
            </a:endParaRPr>
          </a:p>
        </p:txBody>
      </p:sp>
      <p:sp>
        <p:nvSpPr>
          <p:cNvPr id="18"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9"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20"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1"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5A8136ED-12E1-4A11-ACB4-DA8539CE3C0B}"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sldImg"/>
          </p:nvPr>
        </p:nvSpPr>
        <p:spPr>
          <a:xfrm>
            <a:off x="1371600" y="768240"/>
            <a:ext cx="5027760" cy="3765960"/>
          </a:xfrm>
          <a:prstGeom prst="rect">
            <a:avLst/>
          </a:prstGeom>
          <a:ln w="0">
            <a:noFill/>
          </a:ln>
        </p:spPr>
      </p:sp>
      <p:sp>
        <p:nvSpPr>
          <p:cNvPr id="70" name="PlaceHolder 2"/>
          <p:cNvSpPr>
            <a:spLocks noGrp="1"/>
          </p:cNvSpPr>
          <p:nvPr>
            <p:ph type="body"/>
          </p:nvPr>
        </p:nvSpPr>
        <p:spPr>
          <a:xfrm>
            <a:off x="777240" y="4773240"/>
            <a:ext cx="6216480" cy="4527720"/>
          </a:xfrm>
          <a:prstGeom prst="rect">
            <a:avLst/>
          </a:prstGeom>
          <a:noFill/>
          <a:ln w="0">
            <a:noFill/>
          </a:ln>
        </p:spPr>
        <p:txBody>
          <a:bodyPr lIns="0" rIns="0" tIns="0" bIns="0" anchor="t">
            <a:spAutoFit/>
          </a:bodyPr>
          <a:p>
            <a:pPr marL="139680" indent="-139680" rtl="1">
              <a:lnSpc>
                <a:spcPct val="100000"/>
              </a:lnSpc>
              <a:buClr>
                <a:srgbClr val="000000"/>
              </a:buClr>
              <a:buSzPct val="45000"/>
              <a:buFont typeface="OpenSymbol"/>
              <a:buAutoNum type="arabicPeriod"/>
            </a:pPr>
            <a:r>
              <a:rPr lang="en-US" sz="900" b="0" u="none" strike="noStrike">
                <a:solidFill>
                  <a:srgbClr val="000000"/>
                </a:solidFill>
                <a:effectLst/>
                <a:uFillTx/>
                <a:latin typeface="ArialMT"/>
                <a:ea typeface="ArialMT"/>
              </a:rPr>
              <a:t>introduce myself</a:t>
            </a:r>
            <a:endParaRPr lang="en-US" sz="900" b="0" u="none" strike="noStrike">
              <a:solidFill>
                <a:srgbClr val="000000"/>
              </a:solidFill>
              <a:effectLst/>
              <a:uFillTx/>
              <a:latin typeface="Arial"/>
            </a:endParaRPr>
          </a:p>
          <a:p>
            <a:pPr marL="139680" indent="-139680" rtl="1">
              <a:lnSpc>
                <a:spcPct val="100000"/>
              </a:lnSpc>
              <a:buClr>
                <a:srgbClr val="000000"/>
              </a:buClr>
              <a:buSzPct val="45000"/>
              <a:buFont typeface="OpenSymbol"/>
              <a:buAutoNum type="arabicPeriod"/>
            </a:pPr>
            <a:r>
              <a:rPr lang="en-US" sz="900" b="0" u="none" strike="noStrike">
                <a:solidFill>
                  <a:srgbClr val="000000"/>
                </a:solidFill>
                <a:effectLst/>
                <a:uFillTx/>
                <a:latin typeface="ArialMT"/>
                <a:ea typeface="ArialMT"/>
              </a:rPr>
              <a:t>point of contact in addition to the l1 support team</a:t>
            </a:r>
            <a:endParaRPr lang="en-US" sz="900" b="0" u="none" strike="noStrike">
              <a:solidFill>
                <a:srgbClr val="000000"/>
              </a:solidFill>
              <a:effectLst/>
              <a:uFillTx/>
              <a:latin typeface="Arial"/>
            </a:endParaRPr>
          </a:p>
          <a:p>
            <a:pPr marL="139680" indent="-139680" rtl="1">
              <a:lnSpc>
                <a:spcPct val="100000"/>
              </a:lnSpc>
              <a:buClr>
                <a:srgbClr val="000000"/>
              </a:buClr>
              <a:buSzPct val="45000"/>
              <a:buFont typeface="OpenSymbol"/>
              <a:buAutoNum type="arabicPeriod"/>
            </a:pPr>
            <a:r>
              <a:rPr lang="en-US" sz="900" b="0" u="none" strike="noStrike">
                <a:solidFill>
                  <a:srgbClr val="000000"/>
                </a:solidFill>
                <a:effectLst/>
                <a:uFillTx/>
                <a:latin typeface="ArialMT"/>
                <a:ea typeface="ArialMT"/>
              </a:rPr>
              <a:t>intro the presentation</a:t>
            </a:r>
            <a:endParaRPr lang="en-US" sz="900" b="0" u="none" strike="noStrik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sldImg"/>
          </p:nvPr>
        </p:nvSpPr>
        <p:spPr>
          <a:xfrm>
            <a:off x="1371600" y="768240"/>
            <a:ext cx="5027760" cy="3765960"/>
          </a:xfrm>
          <a:prstGeom prst="rect">
            <a:avLst/>
          </a:prstGeom>
          <a:ln w="0">
            <a:noFill/>
          </a:ln>
        </p:spPr>
      </p:sp>
      <p:sp>
        <p:nvSpPr>
          <p:cNvPr id="72" name="PlaceHolder 2"/>
          <p:cNvSpPr>
            <a:spLocks noGrp="1"/>
          </p:cNvSpPr>
          <p:nvPr>
            <p:ph type="body"/>
          </p:nvPr>
        </p:nvSpPr>
        <p:spPr>
          <a:xfrm>
            <a:off x="777240" y="4773240"/>
            <a:ext cx="6216480" cy="4527720"/>
          </a:xfrm>
          <a:prstGeom prst="rect">
            <a:avLst/>
          </a:prstGeom>
          <a:noFill/>
          <a:ln w="0">
            <a:noFill/>
          </a:ln>
        </p:spPr>
        <p:txBody>
          <a:bodyPr lIns="0" rIns="0" tIns="0" bIns="0" anchor="t">
            <a:spAutoFit/>
          </a:bodyPr>
          <a:p>
            <a:pPr indent="0" rtl="1">
              <a:lnSpc>
                <a:spcPct val="100000"/>
              </a:lnSpc>
              <a:buNone/>
              <a:tabLst>
                <a:tab algn="l" pos="0"/>
              </a:tabLst>
            </a:pPr>
            <a:r>
              <a:rPr lang="en-US" sz="900" b="0" u="none" strike="noStrike">
                <a:solidFill>
                  <a:srgbClr val="000000"/>
                </a:solidFill>
                <a:effectLst/>
                <a:uFillTx/>
                <a:latin typeface="ArialMT"/>
                <a:ea typeface="ArialMT"/>
              </a:rPr>
              <a:t>I will provide you all a copy of this presentation shortly after the conclusion of this meeting. Any outstanding questions will be addressed in the next days if not by next week. Please feel free to reach out to me with any other questions you have. thank you</a:t>
            </a:r>
            <a:endParaRPr lang="en-US" sz="900" b="0" u="none" strike="noStrik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0">
    <p:bg>
      <p:bgPr>
        <a:blipFill rotWithShape="0">
          <a:blip r:embed="rId2"/>
          <a:stretch/>
        </a:blipFill>
      </p:bgPr>
    </p:bg>
    <p:spTree>
      <p:nvGrpSpPr>
        <p:cNvPr id="1" name=""/>
        <p:cNvGrpSpPr/>
        <p:nvPr/>
      </p:nvGrpSpPr>
      <p:grpSpPr>
        <a:xfrm>
          <a:off x="0" y="0"/>
          <a:ext cx="0" cy="0"/>
          <a:chOff x="0" y="0"/>
          <a:chExt cx="0" cy="0"/>
        </a:xfrm>
      </p:grpSpPr>
      <p:sp>
        <p:nvSpPr>
          <p:cNvPr id="2" name=""/>
          <p:cNvSpPr/>
          <p:nvPr/>
        </p:nvSpPr>
        <p:spPr>
          <a:xfrm>
            <a:off x="442800" y="4263480"/>
            <a:ext cx="4287960" cy="10756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700" b="0" u="none" strike="noStrike">
                <a:solidFill>
                  <a:srgbClr val="003248"/>
                </a:solidFill>
                <a:effectLst/>
                <a:uFillTx/>
                <a:latin typeface="Arial"/>
                <a:ea typeface="Arial"/>
              </a:rPr>
              <a:t>Trace One 2020, All rights reserved.</a:t>
            </a:r>
            <a:endParaRPr lang="en-US" sz="700" b="0" u="none" strike="noStrike">
              <a:solidFill>
                <a:srgbClr val="000000"/>
              </a:solidFill>
              <a:effectLst/>
              <a:uFillTx/>
              <a:latin typeface="Arial"/>
            </a:endParaRPr>
          </a:p>
          <a:p>
            <a:pPr>
              <a:lnSpc>
                <a:spcPct val="100000"/>
              </a:lnSpc>
            </a:pPr>
            <a:r>
              <a:rPr lang="en-US" sz="700" b="0" u="none" strike="noStrike">
                <a:solidFill>
                  <a:srgbClr val="003248"/>
                </a:solidFill>
                <a:effectLst/>
                <a:uFillTx/>
                <a:latin typeface="Arial"/>
                <a:ea typeface="Arial"/>
              </a:rPr>
              <a:t>Trace One and Eqos are trademarks of Trace One. All other company and product names October be trademarks of their respective owners and are used for product and company identification only.  No part of this document October be reproduced, distributed or transmitted in any form or by any means, including photocopying and recording, without the express written permission of Trace One.  Trace One has made reasonable effort to keep the information in this document current and accurate as of the date of publication or revision. However, Trace One does not guarantee or imply that this document is error free or accurate with regard to any particular specification. Trace One does not assume any liability resulting from the use of the information in this document.</a:t>
            </a:r>
            <a:endParaRPr lang="en-US" sz="700" b="0" u="none" strike="noStrike">
              <a:solidFill>
                <a:srgbClr val="000000"/>
              </a:solidFill>
              <a:effectLst/>
              <a:uFillTx/>
              <a:latin typeface="Arial"/>
            </a:endParaRPr>
          </a:p>
        </p:txBody>
      </p:sp>
      <p:sp>
        <p:nvSpPr>
          <p:cNvPr id="3" name="PlaceHolder 1"/>
          <p:cNvSpPr>
            <a:spLocks noGrp="1"/>
          </p:cNvSpPr>
          <p:nvPr>
            <p:ph type="title"/>
          </p:nvPr>
        </p:nvSpPr>
        <p:spPr>
          <a:xfrm>
            <a:off x="457200" y="273600"/>
            <a:ext cx="8228160" cy="1143720"/>
          </a:xfrm>
          <a:prstGeom prst="rect">
            <a:avLst/>
          </a:prstGeom>
          <a:noFill/>
          <a:ln w="0">
            <a:noFill/>
          </a:ln>
        </p:spPr>
        <p:txBody>
          <a:bodyPr lIns="0" rIns="0" tIns="0" bIns="0" anchor="ctr">
            <a:noAutofit/>
          </a:bodyPr>
          <a:p>
            <a:pPr indent="0" algn="ctr">
              <a:lnSpc>
                <a:spcPct val="100000"/>
              </a:lnSpc>
              <a:buNone/>
              <a:tabLst>
                <a:tab algn="l" pos="0"/>
              </a:tabLst>
            </a:pPr>
            <a:r>
              <a:rPr lang="en-US" sz="4400" b="0" u="none" strike="noStrike">
                <a:solidFill>
                  <a:srgbClr val="000000"/>
                </a:solidFill>
                <a:effectLst/>
                <a:uFillTx/>
                <a:latin typeface="Arial"/>
              </a:rPr>
              <a:t>Click to edit </a:t>
            </a:r>
            <a:r>
              <a:rPr lang="en-US" sz="4400" b="0" u="none" strike="noStrike">
                <a:solidFill>
                  <a:srgbClr val="000000"/>
                </a:solidFill>
                <a:effectLst/>
                <a:uFillTx/>
                <a:latin typeface="Arial"/>
              </a:rPr>
              <a:t>the title text </a:t>
            </a:r>
            <a:r>
              <a:rPr lang="en-US" sz="4400" b="0" u="none" strike="noStrike">
                <a:solidFill>
                  <a:srgbClr val="000000"/>
                </a:solidFill>
                <a:effectLst/>
                <a:uFillTx/>
                <a:latin typeface="Arial"/>
              </a:rPr>
              <a:t>format</a:t>
            </a:r>
            <a:endParaRPr lang="en-US" sz="4400" b="0" u="none" strike="noStrike">
              <a:solidFill>
                <a:srgbClr val="000000"/>
              </a:solidFill>
              <a:effectLst/>
              <a:uFillTx/>
              <a:latin typeface="Arial"/>
            </a:endParaRPr>
          </a:p>
        </p:txBody>
      </p:sp>
      <p:sp>
        <p:nvSpPr>
          <p:cNvPr id="4" name="PlaceHolder 2"/>
          <p:cNvSpPr>
            <a:spLocks noGrp="1"/>
          </p:cNvSpPr>
          <p:nvPr>
            <p:ph type="body"/>
          </p:nvPr>
        </p:nvSpPr>
        <p:spPr>
          <a:xfrm>
            <a:off x="457200" y="1604520"/>
            <a:ext cx="8228160" cy="39762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blipFill rotWithShape="0">
          <a:blip r:embed="rId2"/>
          <a:stretch/>
        </a:blipFill>
      </p:bgPr>
    </p:bg>
    <p:spTree>
      <p:nvGrpSpPr>
        <p:cNvPr id="1" name=""/>
        <p:cNvGrpSpPr/>
        <p:nvPr/>
      </p:nvGrpSpPr>
      <p:grpSpPr>
        <a:xfrm>
          <a:off x="0" y="0"/>
          <a:ext cx="0" cy="0"/>
          <a:chOff x="0" y="0"/>
          <a:chExt cx="0" cy="0"/>
        </a:xfrm>
      </p:grpSpPr>
      <p:sp>
        <p:nvSpPr>
          <p:cNvPr id="5" name=""/>
          <p:cNvSpPr/>
          <p:nvPr/>
        </p:nvSpPr>
        <p:spPr>
          <a:xfrm>
            <a:off x="442800" y="4263480"/>
            <a:ext cx="4287960" cy="10756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700" b="0" u="none" strike="noStrike">
                <a:solidFill>
                  <a:srgbClr val="003248"/>
                </a:solidFill>
                <a:effectLst/>
                <a:uFillTx/>
                <a:latin typeface="Arial"/>
                <a:ea typeface="Arial"/>
              </a:rPr>
              <a:t>Trace One 2020, All rights reserved.</a:t>
            </a:r>
            <a:endParaRPr lang="en-US" sz="700" b="0" u="none" strike="noStrike">
              <a:solidFill>
                <a:srgbClr val="000000"/>
              </a:solidFill>
              <a:effectLst/>
              <a:uFillTx/>
              <a:latin typeface="Arial"/>
            </a:endParaRPr>
          </a:p>
          <a:p>
            <a:pPr>
              <a:lnSpc>
                <a:spcPct val="100000"/>
              </a:lnSpc>
            </a:pPr>
            <a:r>
              <a:rPr lang="en-US" sz="700" b="0" u="none" strike="noStrike">
                <a:solidFill>
                  <a:srgbClr val="003248"/>
                </a:solidFill>
                <a:effectLst/>
                <a:uFillTx/>
                <a:latin typeface="Arial"/>
                <a:ea typeface="Arial"/>
              </a:rPr>
              <a:t>Trace One and Eqos are trademarks of Trace One. All other company and product names October be trademarks of their respective owners and are used for product and company identification only.  No part of this document October be reproduced, distributed or transmitted in any form or by any means, including photocopying and recording, without the express written permission of Trace One.  Trace One has made reasonable effort to keep the information in this document current and accurate as of the date of publication or revision. However, Trace One does not guarantee or imply that this document is error free or accurate with regard to any particular specification. Trace One does not assume any liability resulting from the use of the information in this document.</a:t>
            </a:r>
            <a:endParaRPr lang="en-US" sz="700" b="0" u="none" strike="noStrike">
              <a:solidFill>
                <a:srgbClr val="000000"/>
              </a:solidFill>
              <a:effectLst/>
              <a:uFillTx/>
              <a:latin typeface="Arial"/>
            </a:endParaRPr>
          </a:p>
        </p:txBody>
      </p:sp>
      <p:sp>
        <p:nvSpPr>
          <p:cNvPr id="6" name="PlaceHolder 1"/>
          <p:cNvSpPr>
            <a:spLocks noGrp="1"/>
          </p:cNvSpPr>
          <p:nvPr>
            <p:ph type="title"/>
          </p:nvPr>
        </p:nvSpPr>
        <p:spPr>
          <a:xfrm>
            <a:off x="457200" y="708480"/>
            <a:ext cx="8227800" cy="274680"/>
          </a:xfrm>
          <a:prstGeom prst="rect">
            <a:avLst/>
          </a:prstGeom>
          <a:noFill/>
          <a:ln w="0">
            <a:noFill/>
          </a:ln>
        </p:spPr>
        <p:txBody>
          <a:bodyPr lIns="0" rIns="0" tIns="0" bIns="0" anchor="ctr">
            <a:spAutoFit/>
          </a:bodyPr>
          <a:p>
            <a:pPr indent="0">
              <a:lnSpc>
                <a:spcPct val="100000"/>
              </a:lnSpc>
              <a:buNone/>
              <a:tabLst>
                <a:tab algn="l" pos="0"/>
              </a:tabLst>
            </a:pPr>
            <a:r>
              <a:rPr lang="en-US" sz="1800" b="0" u="none" strike="noStrike">
                <a:solidFill>
                  <a:srgbClr val="000000"/>
                </a:solidFill>
                <a:effectLst/>
                <a:uFillTx/>
                <a:latin typeface="Arial"/>
              </a:rPr>
              <a:t>Click to edit the title text </a:t>
            </a:r>
            <a:r>
              <a:rPr lang="en-US" sz="1800" b="0" u="none" strike="noStrike">
                <a:solidFill>
                  <a:srgbClr val="000000"/>
                </a:solidFill>
                <a:effectLst/>
                <a:uFillTx/>
                <a:latin typeface="Arial"/>
              </a:rPr>
              <a:t>format</a:t>
            </a:r>
            <a:endParaRPr lang="en-US" sz="1800" b="0" u="none" strike="noStrike">
              <a:solidFill>
                <a:srgbClr val="000000"/>
              </a:solidFill>
              <a:effectLst/>
              <a:uFillTx/>
              <a:latin typeface="Arial"/>
            </a:endParaRPr>
          </a:p>
        </p:txBody>
      </p:sp>
      <p:sp>
        <p:nvSpPr>
          <p:cNvPr id="7" name="PlaceHolder 2"/>
          <p:cNvSpPr>
            <a:spLocks noGrp="1"/>
          </p:cNvSpPr>
          <p:nvPr>
            <p:ph type="body"/>
          </p:nvPr>
        </p:nvSpPr>
        <p:spPr>
          <a:xfrm>
            <a:off x="457200" y="1604520"/>
            <a:ext cx="8228160" cy="39762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1">
    <p:bg>
      <p:bgPr>
        <a:solidFill>
          <a:srgbClr val="ffffff"/>
        </a:solidFill>
      </p:bgPr>
    </p:bg>
    <p:spTree>
      <p:nvGrpSpPr>
        <p:cNvPr id="1" name=""/>
        <p:cNvGrpSpPr/>
        <p:nvPr/>
      </p:nvGrpSpPr>
      <p:grpSpPr>
        <a:xfrm>
          <a:off x="0" y="0"/>
          <a:ext cx="0" cy="0"/>
          <a:chOff x="0" y="0"/>
          <a:chExt cx="0" cy="0"/>
        </a:xfrm>
      </p:grpSpPr>
      <p:sp>
        <p:nvSpPr>
          <p:cNvPr id="8" name=""/>
          <p:cNvSpPr/>
          <p:nvPr/>
        </p:nvSpPr>
        <p:spPr>
          <a:xfrm>
            <a:off x="4187880" y="6642000"/>
            <a:ext cx="795600" cy="3416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1000" b="0" u="none" strike="noStrike">
                <a:solidFill>
                  <a:srgbClr val="ff0000"/>
                </a:solidFill>
                <a:effectLst/>
                <a:uFillTx/>
                <a:latin typeface="Calibri"/>
                <a:ea typeface="Calibri"/>
              </a:rPr>
              <a:t>CONFIDENTIAL</a:t>
            </a:r>
            <a:endParaRPr lang="en-US" sz="1000" b="0" u="none" strike="noStrike">
              <a:solidFill>
                <a:srgbClr val="000000"/>
              </a:solidFill>
              <a:effectLst/>
              <a:uFillTx/>
              <a:latin typeface="Arial"/>
            </a:endParaRPr>
          </a:p>
        </p:txBody>
      </p:sp>
      <p:sp>
        <p:nvSpPr>
          <p:cNvPr id="9" name="PlaceHolder 1"/>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gn="ctr">
              <a:lnSpc>
                <a:spcPct val="100000"/>
              </a:lnSpc>
              <a:buNone/>
              <a:tabLst>
                <a:tab algn="l" pos="0"/>
              </a:tabLst>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0" name="PlaceHolder 2"/>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2">
    <p:bg>
      <p:bgPr>
        <a:solidFill>
          <a:srgbClr val="ffffff"/>
        </a:solidFill>
      </p:bgPr>
    </p:bg>
    <p:spTree>
      <p:nvGrpSpPr>
        <p:cNvPr id="1" name=""/>
        <p:cNvGrpSpPr/>
        <p:nvPr/>
      </p:nvGrpSpPr>
      <p:grpSpPr>
        <a:xfrm>
          <a:off x="0" y="0"/>
          <a:ext cx="0" cy="0"/>
          <a:chOff x="0" y="0"/>
          <a:chExt cx="0" cy="0"/>
        </a:xfrm>
      </p:grpSpPr>
      <p:sp>
        <p:nvSpPr>
          <p:cNvPr id="11" name=""/>
          <p:cNvSpPr/>
          <p:nvPr/>
        </p:nvSpPr>
        <p:spPr>
          <a:xfrm>
            <a:off x="4187880" y="6642000"/>
            <a:ext cx="795600" cy="3416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1000" b="0" u="none" strike="noStrike">
                <a:solidFill>
                  <a:srgbClr val="ff0000"/>
                </a:solidFill>
                <a:effectLst/>
                <a:uFillTx/>
                <a:latin typeface="Calibri"/>
                <a:ea typeface="Calibri"/>
              </a:rPr>
              <a:t>CONFIDENTIAL</a:t>
            </a:r>
            <a:endParaRPr lang="en-US" sz="1000" b="0" u="none" strike="noStrike">
              <a:solidFill>
                <a:srgbClr val="000000"/>
              </a:solidFill>
              <a:effectLst/>
              <a:uFillTx/>
              <a:latin typeface="Arial"/>
            </a:endParaRPr>
          </a:p>
        </p:txBody>
      </p:sp>
      <p:pic>
        <p:nvPicPr>
          <p:cNvPr id="12" name=""/>
          <p:cNvPicPr/>
          <p:nvPr/>
        </p:nvPicPr>
        <p:blipFill>
          <a:blip r:embed="rId2"/>
          <a:stretch/>
        </p:blipFill>
        <p:spPr>
          <a:xfrm>
            <a:off x="2187720" y="2711520"/>
            <a:ext cx="4966560" cy="1483200"/>
          </a:xfrm>
          <a:prstGeom prst="rect">
            <a:avLst/>
          </a:prstGeom>
          <a:noFill/>
          <a:ln w="0">
            <a:noFill/>
          </a:ln>
        </p:spPr>
      </p:pic>
      <p:pic>
        <p:nvPicPr>
          <p:cNvPr id="13" name=""/>
          <p:cNvPicPr/>
          <p:nvPr/>
        </p:nvPicPr>
        <p:blipFill>
          <a:blip r:embed="rId3"/>
          <a:stretch/>
        </p:blipFill>
        <p:spPr>
          <a:xfrm>
            <a:off x="3478320" y="3980160"/>
            <a:ext cx="3670560" cy="211680"/>
          </a:xfrm>
          <a:prstGeom prst="rect">
            <a:avLst/>
          </a:prstGeom>
          <a:noFill/>
          <a:ln w="0">
            <a:noFill/>
          </a:ln>
        </p:spPr>
      </p:pic>
      <p:sp>
        <p:nvSpPr>
          <p:cNvPr id="14" name="PlaceHolder 1"/>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gn="ctr">
              <a:lnSpc>
                <a:spcPct val="100000"/>
              </a:lnSpc>
              <a:buNone/>
              <a:tabLst>
                <a:tab algn="l" pos="0"/>
              </a:tabLst>
            </a:pPr>
            <a:r>
              <a:rPr lang="en-US" sz="4400" b="0" u="none" strike="noStrike">
                <a:solidFill>
                  <a:srgbClr val="000000"/>
                </a:solidFill>
                <a:effectLst/>
                <a:uFillTx/>
                <a:latin typeface="Arial"/>
              </a:rPr>
              <a:t>Click to </a:t>
            </a:r>
            <a:r>
              <a:rPr lang="en-US" sz="4400" b="0" u="none" strike="noStrike">
                <a:solidFill>
                  <a:srgbClr val="000000"/>
                </a:solidFill>
                <a:effectLst/>
                <a:uFillTx/>
                <a:latin typeface="Arial"/>
              </a:rPr>
              <a:t>edit the </a:t>
            </a:r>
            <a:r>
              <a:rPr lang="en-US" sz="4400" b="0" u="none" strike="noStrike">
                <a:solidFill>
                  <a:srgbClr val="000000"/>
                </a:solidFill>
                <a:effectLst/>
                <a:uFillTx/>
                <a:latin typeface="Arial"/>
              </a:rPr>
              <a:t>title text </a:t>
            </a:r>
            <a:r>
              <a:rPr lang="en-US" sz="4400" b="0" u="none" strike="noStrike">
                <a:solidFill>
                  <a:srgbClr val="000000"/>
                </a:solidFill>
                <a:effectLst/>
                <a:uFillTx/>
                <a:latin typeface="Arial"/>
              </a:rPr>
              <a:t>format</a:t>
            </a:r>
            <a:endParaRPr lang="en-US" sz="4400" b="0" u="none" strike="noStrike">
              <a:solidFill>
                <a:srgbClr val="000000"/>
              </a:solidFill>
              <a:effectLst/>
              <a:uFillTx/>
              <a:latin typeface="Arial"/>
            </a:endParaRPr>
          </a:p>
        </p:txBody>
      </p:sp>
      <p:sp>
        <p:nvSpPr>
          <p:cNvPr id="15" name="PlaceHolder 2"/>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 name=""/>
          <p:cNvSpPr/>
          <p:nvPr/>
        </p:nvSpPr>
        <p:spPr>
          <a:xfrm>
            <a:off x="395280" y="2314440"/>
            <a:ext cx="5197320" cy="13395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3600" b="0" u="none" strike="noStrike">
                <a:solidFill>
                  <a:srgbClr val="003248"/>
                </a:solidFill>
                <a:effectLst/>
                <a:uFillTx/>
                <a:latin typeface="Arial"/>
                <a:ea typeface="Arial"/>
              </a:rPr>
              <a:t>{{month}} Customer Support Overview </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3" name=""/>
          <p:cNvSpPr/>
          <p:nvPr/>
        </p:nvSpPr>
        <p:spPr>
          <a:xfrm>
            <a:off x="395280" y="2314440"/>
            <a:ext cx="5197320" cy="1339560"/>
          </a:xfrm>
          <a:prstGeom prst="rect">
            <a:avLst/>
          </a:prstGeom>
          <a:noFill/>
          <a:ln w="0">
            <a:noFill/>
          </a:ln>
        </p:spPr>
        <p:style>
          <a:lnRef idx="0"/>
          <a:fillRef idx="0"/>
          <a:effectRef idx="0"/>
          <a:fontRef idx="minor"/>
        </p:style>
        <p:txBody>
          <a:bodyPr lIns="90000" rIns="90000" tIns="45000" bIns="45000" anchor="t">
            <a:normAutofit fontScale="85000" lnSpcReduction="9999"/>
          </a:bodyPr>
          <a:p>
            <a:pPr>
              <a:lnSpc>
                <a:spcPct val="100000"/>
              </a:lnSpc>
            </a:pPr>
            <a:r>
              <a:rPr lang="en-US" sz="3600" b="1" u="none" strike="noStrike">
                <a:solidFill>
                  <a:srgbClr val="003248"/>
                </a:solidFill>
                <a:effectLst/>
                <a:uFillTx/>
                <a:latin typeface="Helvetica-Bold"/>
                <a:ea typeface="Helvetica-Bold"/>
              </a:rPr>
              <a:t>Customer Support Retailer User activity overview</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
          <p:cNvSpPr/>
          <p:nvPr/>
        </p:nvSpPr>
        <p:spPr>
          <a:xfrm>
            <a:off x="459360" y="188640"/>
            <a:ext cx="8281800" cy="12981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Retailer Users</a:t>
            </a:r>
            <a:endParaRPr lang="en-US" sz="2000" b="0" u="none" strike="noStrike">
              <a:solidFill>
                <a:srgbClr val="000000"/>
              </a:solidFill>
              <a:effectLst/>
              <a:uFillTx/>
              <a:latin typeface="Arial"/>
            </a:endParaRPr>
          </a:p>
        </p:txBody>
      </p:sp>
      <p:sp>
        <p:nvSpPr>
          <p:cNvPr id="25" name=""/>
          <p:cNvSpPr/>
          <p:nvPr/>
        </p:nvSpPr>
        <p:spPr>
          <a:xfrm>
            <a:off x="4893480" y="1094040"/>
            <a:ext cx="3711960" cy="2559960"/>
          </a:xfrm>
          <a:prstGeom prst="rect">
            <a:avLst/>
          </a:prstGeom>
          <a:noFill/>
          <a:ln w="0">
            <a:noFill/>
          </a:ln>
        </p:spPr>
        <p:style>
          <a:lnRef idx="0"/>
          <a:fillRef idx="0"/>
          <a:effectRef idx="0"/>
          <a:fontRef idx="minor"/>
        </p:style>
        <p:txBody>
          <a:bodyPr lIns="90000" rIns="90000" tIns="45000" bIns="45000" anchor="t">
            <a:normAutofit/>
          </a:bodyPr>
          <a:p>
            <a:pPr rtl="1">
              <a:lnSpc>
                <a:spcPts val="1800"/>
              </a:lnSpc>
              <a:spcBef>
                <a:spcPts val="300"/>
              </a:spcBef>
              <a:spcAft>
                <a:spcPts val="300"/>
              </a:spcAft>
            </a:pPr>
            <a:r>
              <a:rPr lang="en-US" sz="2000" b="0" u="none" spc="-99" strike="noStrike">
                <a:solidFill>
                  <a:srgbClr val="003248"/>
                </a:solidFill>
                <a:effectLst/>
                <a:uFillTx/>
                <a:latin typeface="Arial"/>
                <a:ea typeface="Arial"/>
              </a:rPr>
              <a:t>Average resolution time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26" name=""/>
          <p:cNvSpPr/>
          <p:nvPr/>
        </p:nvSpPr>
        <p:spPr>
          <a:xfrm>
            <a:off x="187200" y="6559200"/>
            <a:ext cx="8383680" cy="2973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27" name=""/>
          <p:cNvPicPr/>
          <p:nvPr/>
        </p:nvPicPr>
        <p:blipFill>
          <a:blip r:embed="rId1"/>
          <a:stretch/>
        </p:blipFill>
        <p:spPr>
          <a:xfrm>
            <a:off x="7078320" y="6127560"/>
            <a:ext cx="1765080" cy="579600"/>
          </a:xfrm>
          <a:prstGeom prst="rect">
            <a:avLst/>
          </a:prstGeom>
          <a:noFill/>
          <a:ln w="0">
            <a:noFill/>
          </a:ln>
        </p:spPr>
      </p:pic>
      <p:graphicFrame>
        <p:nvGraphicFramePr>
          <p:cNvPr id="28" name=""/>
          <p:cNvGraphicFramePr/>
          <p:nvPr/>
        </p:nvGraphicFramePr>
        <p:xfrm>
          <a:off x="459360" y="1495800"/>
          <a:ext cx="4086360" cy="2956320"/>
        </p:xfrm>
        <a:graphic>
          <a:graphicData uri="http://schemas.openxmlformats.org/drawingml/2006/table">
            <a:tbl>
              <a:tblPr/>
              <a:tblGrid>
                <a:gridCol w="2070720"/>
                <a:gridCol w="201600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29" name=""/>
          <p:cNvGraphicFramePr/>
          <p:nvPr/>
        </p:nvGraphicFramePr>
        <p:xfrm>
          <a:off x="4871160" y="1487880"/>
          <a:ext cx="3973680" cy="2956320"/>
        </p:xfrm>
        <a:graphic>
          <a:graphicData uri="http://schemas.openxmlformats.org/drawingml/2006/table">
            <a:tbl>
              <a:tblPr/>
              <a:tblGrid>
                <a:gridCol w="2073240"/>
                <a:gridCol w="190080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30" name=""/>
          <p:cNvSpPr/>
          <p:nvPr/>
        </p:nvSpPr>
        <p:spPr>
          <a:xfrm>
            <a:off x="459360" y="1094040"/>
            <a:ext cx="4257720" cy="392760"/>
          </a:xfrm>
          <a:prstGeom prst="rect">
            <a:avLst/>
          </a:prstGeom>
          <a:noFill/>
          <a:ln w="0">
            <a:noFill/>
          </a:ln>
        </p:spPr>
        <p:style>
          <a:lnRef idx="0"/>
          <a:fillRef idx="0"/>
          <a:effectRef idx="0"/>
          <a:fontRef idx="minor"/>
        </p:style>
        <p:txBody>
          <a:bodyPr lIns="90000" rIns="90000" tIns="45000" bIns="45000" anchor="t">
            <a:normAutofit lnSpcReduction="9999"/>
          </a:bodyPr>
          <a:p>
            <a:pPr>
              <a:lnSpc>
                <a:spcPct val="100000"/>
              </a:lnSpc>
            </a:pPr>
            <a:r>
              <a:rPr lang="en-US" sz="2000" b="0" u="none" spc="-99" strike="noStrike">
                <a:solidFill>
                  <a:srgbClr val="003248"/>
                </a:solidFill>
                <a:effectLst/>
                <a:uFillTx/>
                <a:latin typeface="Arial"/>
                <a:ea typeface="Arial"/>
              </a:rPr>
              <a:t>Total requests handled by support:</a:t>
            </a:r>
            <a:endParaRPr lang="en-US" sz="2000" b="0" u="none" strike="noStrike">
              <a:solidFill>
                <a:srgbClr val="000000"/>
              </a:solidFill>
              <a:effectLst/>
              <a:uFillTx/>
              <a:latin typeface="Arial"/>
            </a:endParaRPr>
          </a:p>
        </p:txBody>
      </p:sp>
      <p:sp>
        <p:nvSpPr>
          <p:cNvPr id="31" name=""/>
          <p:cNvSpPr/>
          <p:nvPr/>
        </p:nvSpPr>
        <p:spPr>
          <a:xfrm>
            <a:off x="459360" y="4464720"/>
            <a:ext cx="4257720" cy="5637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000" b="0" u="none" spc="-99" strike="noStrike">
                <a:solidFill>
                  <a:srgbClr val="003248"/>
                </a:solidFill>
                <a:effectLst/>
                <a:uFillTx/>
                <a:latin typeface="Arial"/>
                <a:ea typeface="Arial"/>
              </a:rPr>
              <a:t>Requests by category type:</a:t>
            </a:r>
            <a:endParaRPr lang="en-US" sz="2000" b="0" u="none" strike="noStrike">
              <a:solidFill>
                <a:srgbClr val="000000"/>
              </a:solidFill>
              <a:effectLst/>
              <a:uFillTx/>
              <a:latin typeface="Arial"/>
            </a:endParaRPr>
          </a:p>
        </p:txBody>
      </p:sp>
      <p:graphicFrame>
        <p:nvGraphicFramePr>
          <p:cNvPr id="32" name=""/>
          <p:cNvGraphicFramePr/>
          <p:nvPr/>
        </p:nvGraphicFramePr>
        <p:xfrm>
          <a:off x="464760" y="4848840"/>
          <a:ext cx="5879160" cy="534240"/>
        </p:xfrm>
        <a:graphic>
          <a:graphicData uri="http://schemas.openxmlformats.org/drawingml/2006/table">
            <a:tbl>
              <a:tblPr/>
              <a:tblGrid>
                <a:gridCol w="5205240"/>
                <a:gridCol w="674280"/>
              </a:tblGrid>
              <a:tr h="0">
                <a:tc>
                  <a:txBody>
                    <a:bodyPr lIns="7560" rIns="7560" tIns="7560" bIns="7560" anchor="b">
                      <a:noAutofit/>
                    </a:bodyPr>
                    <a:p>
                      <a:pPr>
                        <a:lnSpc>
                          <a:spcPct val="100000"/>
                        </a:lnSpc>
                      </a:pPr>
                      <a:r>
                        <a:rPr lang="en-US" sz="1100" b="1" u="none" strike="noStrike">
                          <a:solidFill>
                            <a:srgbClr val="000000"/>
                          </a:solidFill>
                          <a:effectLst/>
                          <a:uFillTx/>
                          <a:latin typeface="Arial"/>
                        </a:rPr>
                        <a:t>Support Category</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nSpc>
                          <a:spcPct val="100000"/>
                        </a:lnSpc>
                      </a:pPr>
                      <a:r>
                        <a:rPr lang="en-US" sz="1100" b="1" u="none" strike="noStrike">
                          <a:solidFill>
                            <a:srgbClr val="000000"/>
                          </a:solidFill>
                          <a:effectLst/>
                          <a:uFillTx/>
                          <a:latin typeface="Arial"/>
                        </a:rPr>
                        <a:t>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0">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{{table:re_sup_cat}} {{re_cat}}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gn="ctr">
                        <a:lnSpc>
                          <a:spcPct val="100000"/>
                        </a:lnSpc>
                      </a:pPr>
                      <a:r>
                        <a:rPr lang="en-US" sz="1100" b="0" u="none" strike="noStrike">
                          <a:solidFill>
                            <a:srgbClr val="000000"/>
                          </a:solidFill>
                          <a:effectLst/>
                          <a:uFillTx/>
                          <a:latin typeface="Arial"/>
                        </a:rPr>
                        <a:t>{{re_cat_count}}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 name=""/>
          <p:cNvSpPr/>
          <p:nvPr/>
        </p:nvSpPr>
        <p:spPr>
          <a:xfrm>
            <a:off x="459360" y="188640"/>
            <a:ext cx="8281800" cy="89172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Retailer Users - Satisfaction scores</a:t>
            </a:r>
            <a:endParaRPr lang="en-US" sz="2000" b="0" u="none" strike="noStrike">
              <a:solidFill>
                <a:srgbClr val="000000"/>
              </a:solidFill>
              <a:effectLst/>
              <a:uFillTx/>
              <a:latin typeface="Arial"/>
            </a:endParaRPr>
          </a:p>
        </p:txBody>
      </p:sp>
      <p:sp>
        <p:nvSpPr>
          <p:cNvPr id="34" name=""/>
          <p:cNvSpPr/>
          <p:nvPr/>
        </p:nvSpPr>
        <p:spPr>
          <a:xfrm>
            <a:off x="187200" y="6559200"/>
            <a:ext cx="8383680" cy="2973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sp>
        <p:nvSpPr>
          <p:cNvPr id="35" name=""/>
          <p:cNvSpPr/>
          <p:nvPr/>
        </p:nvSpPr>
        <p:spPr>
          <a:xfrm>
            <a:off x="4937760" y="1361880"/>
            <a:ext cx="2464920" cy="1419480"/>
          </a:xfrm>
          <a:custGeom>
            <a:avLst/>
            <a:gdLst>
              <a:gd name="textAreaLeft" fmla="*/ 0 w 2464920"/>
              <a:gd name="textAreaRight" fmla="*/ 2466360 w 2464920"/>
              <a:gd name="textAreaTop" fmla="*/ 0 h 1419480"/>
              <a:gd name="textAreaBottom" fmla="*/ 1420920 h 1419480"/>
            </a:gdLst>
            <a:ahLst/>
            <a:cxnLst/>
            <a:rect l="textAreaLeft" t="textAreaTop" r="textAreaRight" b="textAreaBottom"/>
            <a:pathLst>
              <a:path w="6851" h="3947">
                <a:moveTo>
                  <a:pt x="0" y="0"/>
                </a:moveTo>
                <a:lnTo>
                  <a:pt x="6851" y="0"/>
                </a:lnTo>
                <a:lnTo>
                  <a:pt x="6851" y="3947"/>
                </a:lnTo>
                <a:lnTo>
                  <a:pt x="0" y="3947"/>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a typeface="DejaVu Sans"/>
            </a:endParaRPr>
          </a:p>
        </p:txBody>
      </p:sp>
      <p:pic>
        <p:nvPicPr>
          <p:cNvPr id="36" name=""/>
          <p:cNvPicPr/>
          <p:nvPr/>
        </p:nvPicPr>
        <p:blipFill>
          <a:blip r:embed="rId1"/>
          <a:stretch/>
        </p:blipFill>
        <p:spPr>
          <a:xfrm>
            <a:off x="7078320" y="6127560"/>
            <a:ext cx="1765080" cy="579600"/>
          </a:xfrm>
          <a:prstGeom prst="rect">
            <a:avLst/>
          </a:prstGeom>
          <a:noFill/>
          <a:ln w="0">
            <a:noFill/>
          </a:ln>
        </p:spPr>
      </p:pic>
      <p:sp>
        <p:nvSpPr>
          <p:cNvPr id="37" name=""/>
          <p:cNvSpPr/>
          <p:nvPr/>
        </p:nvSpPr>
        <p:spPr>
          <a:xfrm>
            <a:off x="4157640" y="3429000"/>
            <a:ext cx="1766880" cy="410400"/>
          </a:xfrm>
          <a:custGeom>
            <a:avLst/>
            <a:gdLst>
              <a:gd name="textAreaLeft" fmla="*/ 0 w 1766880"/>
              <a:gd name="textAreaRight" fmla="*/ 1768320 w 1766880"/>
              <a:gd name="textAreaTop" fmla="*/ 0 h 410400"/>
              <a:gd name="textAreaBottom" fmla="*/ 411840 h 410400"/>
            </a:gdLst>
            <a:ahLst/>
            <a:cxnLst/>
            <a:rect l="textAreaLeft" t="textAreaTop" r="textAreaRight" b="textAreaBottom"/>
            <a:pathLst>
              <a:path w="4912" h="1144">
                <a:moveTo>
                  <a:pt x="0" y="0"/>
                </a:moveTo>
                <a:lnTo>
                  <a:pt x="4912" y="0"/>
                </a:lnTo>
                <a:lnTo>
                  <a:pt x="4912" y="1144"/>
                </a:lnTo>
                <a:lnTo>
                  <a:pt x="0" y="1144"/>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a typeface="DejaVu Sans"/>
            </a:endParaRPr>
          </a:p>
        </p:txBody>
      </p:sp>
      <p:graphicFrame>
        <p:nvGraphicFramePr>
          <p:cNvPr id="38" name=""/>
          <p:cNvGraphicFramePr/>
          <p:nvPr/>
        </p:nvGraphicFramePr>
        <p:xfrm>
          <a:off x="303840" y="1081440"/>
          <a:ext cx="5693760" cy="5394960"/>
        </p:xfrm>
        <a:graphic>
          <a:graphicData uri="http://schemas.openxmlformats.org/drawingml/2006/table">
            <a:tbl>
              <a:tblPr/>
              <a:tblGrid>
                <a:gridCol w="1423440"/>
                <a:gridCol w="1423440"/>
                <a:gridCol w="1423440"/>
                <a:gridCol w="1423800"/>
              </a:tblGrid>
              <a:tr h="1792800">
                <a:tc gridSpan="2">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{{prev_month}}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hMerge="1">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gridSpan="2">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hMerge="1">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600840">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r h="2329560">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9" name=""/>
          <p:cNvSpPr/>
          <p:nvPr/>
        </p:nvSpPr>
        <p:spPr>
          <a:xfrm>
            <a:off x="395280" y="2314440"/>
            <a:ext cx="5197320" cy="1339560"/>
          </a:xfrm>
          <a:prstGeom prst="rect">
            <a:avLst/>
          </a:prstGeom>
          <a:noFill/>
          <a:ln w="0">
            <a:noFill/>
          </a:ln>
        </p:spPr>
        <p:style>
          <a:lnRef idx="0"/>
          <a:fillRef idx="0"/>
          <a:effectRef idx="0"/>
          <a:fontRef idx="minor"/>
        </p:style>
        <p:txBody>
          <a:bodyPr lIns="90000" rIns="90000" tIns="45000" bIns="45000" anchor="t">
            <a:normAutofit fontScale="85000" lnSpcReduction="19999"/>
          </a:bodyPr>
          <a:p>
            <a:pPr>
              <a:lnSpc>
                <a:spcPct val="100000"/>
              </a:lnSpc>
            </a:pPr>
            <a:r>
              <a:rPr lang="en-US" sz="3600" b="1" u="none" strike="noStrike">
                <a:solidFill>
                  <a:srgbClr val="003248"/>
                </a:solidFill>
                <a:effectLst/>
                <a:uFillTx/>
                <a:latin typeface="Helvetica-Bold"/>
                <a:ea typeface="Helvetica-Bold"/>
              </a:rPr>
              <a:t>Customer Support Supplier Users activity overview</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
          <p:cNvSpPr/>
          <p:nvPr/>
        </p:nvSpPr>
        <p:spPr>
          <a:xfrm>
            <a:off x="459360" y="188640"/>
            <a:ext cx="8281800" cy="12981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Supplier Users</a:t>
            </a:r>
            <a:endParaRPr lang="en-US" sz="2000" b="0" u="none" strike="noStrike">
              <a:solidFill>
                <a:srgbClr val="000000"/>
              </a:solidFill>
              <a:effectLst/>
              <a:uFillTx/>
              <a:latin typeface="Arial"/>
            </a:endParaRPr>
          </a:p>
        </p:txBody>
      </p:sp>
      <p:sp>
        <p:nvSpPr>
          <p:cNvPr id="41" name=""/>
          <p:cNvSpPr/>
          <p:nvPr/>
        </p:nvSpPr>
        <p:spPr>
          <a:xfrm>
            <a:off x="5029560" y="1094040"/>
            <a:ext cx="3711960" cy="2559960"/>
          </a:xfrm>
          <a:prstGeom prst="rect">
            <a:avLst/>
          </a:prstGeom>
          <a:noFill/>
          <a:ln w="0">
            <a:noFill/>
          </a:ln>
        </p:spPr>
        <p:style>
          <a:lnRef idx="0"/>
          <a:fillRef idx="0"/>
          <a:effectRef idx="0"/>
          <a:fontRef idx="minor"/>
        </p:style>
        <p:txBody>
          <a:bodyPr lIns="90000" rIns="90000" tIns="45000" bIns="45000" anchor="t">
            <a:normAutofit/>
          </a:bodyPr>
          <a:p>
            <a:pPr rtl="1">
              <a:lnSpc>
                <a:spcPts val="1800"/>
              </a:lnSpc>
              <a:spcBef>
                <a:spcPts val="300"/>
              </a:spcBef>
              <a:spcAft>
                <a:spcPts val="300"/>
              </a:spcAft>
            </a:pPr>
            <a:r>
              <a:rPr lang="en-US" sz="2000" b="0" u="none" spc="-99" strike="noStrike">
                <a:solidFill>
                  <a:srgbClr val="003248"/>
                </a:solidFill>
                <a:effectLst/>
                <a:uFillTx/>
                <a:latin typeface="Arial"/>
                <a:ea typeface="Arial"/>
              </a:rPr>
              <a:t>Average resolution time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42" name=""/>
          <p:cNvSpPr/>
          <p:nvPr/>
        </p:nvSpPr>
        <p:spPr>
          <a:xfrm>
            <a:off x="187200" y="6559200"/>
            <a:ext cx="8383680" cy="2973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43" name=""/>
          <p:cNvPicPr/>
          <p:nvPr/>
        </p:nvPicPr>
        <p:blipFill>
          <a:blip r:embed="rId1"/>
          <a:stretch/>
        </p:blipFill>
        <p:spPr>
          <a:xfrm>
            <a:off x="7078320" y="6127560"/>
            <a:ext cx="1765080" cy="579600"/>
          </a:xfrm>
          <a:prstGeom prst="rect">
            <a:avLst/>
          </a:prstGeom>
          <a:noFill/>
          <a:ln w="0">
            <a:noFill/>
          </a:ln>
        </p:spPr>
      </p:pic>
      <p:graphicFrame>
        <p:nvGraphicFramePr>
          <p:cNvPr id="44" name=""/>
          <p:cNvGraphicFramePr/>
          <p:nvPr/>
        </p:nvGraphicFramePr>
        <p:xfrm>
          <a:off x="611640" y="1501920"/>
          <a:ext cx="4141440" cy="2956320"/>
        </p:xfrm>
        <a:graphic>
          <a:graphicData uri="http://schemas.openxmlformats.org/drawingml/2006/table">
            <a:tbl>
              <a:tblPr/>
              <a:tblGrid>
                <a:gridCol w="2070720"/>
                <a:gridCol w="207108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45" name=""/>
          <p:cNvGraphicFramePr/>
          <p:nvPr/>
        </p:nvGraphicFramePr>
        <p:xfrm>
          <a:off x="5023440" y="1496160"/>
          <a:ext cx="3945960" cy="2956320"/>
        </p:xfrm>
        <a:graphic>
          <a:graphicData uri="http://schemas.openxmlformats.org/drawingml/2006/table">
            <a:tbl>
              <a:tblPr/>
              <a:tblGrid>
                <a:gridCol w="1934280"/>
                <a:gridCol w="201204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46" name=""/>
          <p:cNvSpPr/>
          <p:nvPr/>
        </p:nvSpPr>
        <p:spPr>
          <a:xfrm>
            <a:off x="611640" y="1094040"/>
            <a:ext cx="4257720" cy="3963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000" b="0" u="none" spc="-99" strike="noStrike">
                <a:solidFill>
                  <a:srgbClr val="003248"/>
                </a:solidFill>
                <a:effectLst/>
                <a:uFillTx/>
                <a:latin typeface="Arial"/>
                <a:ea typeface="Arial"/>
              </a:rPr>
              <a:t>Total requests handled by support:</a:t>
            </a:r>
            <a:endParaRPr lang="en-US" sz="2000" b="0" u="none" strike="noStrike">
              <a:solidFill>
                <a:srgbClr val="000000"/>
              </a:solidFill>
              <a:effectLst/>
              <a:uFillTx/>
              <a:latin typeface="Arial"/>
            </a:endParaRPr>
          </a:p>
        </p:txBody>
      </p:sp>
      <p:sp>
        <p:nvSpPr>
          <p:cNvPr id="47" name=""/>
          <p:cNvSpPr/>
          <p:nvPr/>
        </p:nvSpPr>
        <p:spPr>
          <a:xfrm>
            <a:off x="542520" y="4457880"/>
            <a:ext cx="4257720" cy="4442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000" b="0" u="none" spc="-99" strike="noStrike">
                <a:solidFill>
                  <a:srgbClr val="003248"/>
                </a:solidFill>
                <a:effectLst/>
                <a:uFillTx/>
                <a:latin typeface="Arial"/>
                <a:ea typeface="Arial"/>
              </a:rPr>
              <a:t>Requests by category type:</a:t>
            </a:r>
            <a:endParaRPr lang="en-US" sz="2000" b="0" u="none" strike="noStrike">
              <a:solidFill>
                <a:srgbClr val="000000"/>
              </a:solidFill>
              <a:effectLst/>
              <a:uFillTx/>
              <a:latin typeface="Arial"/>
            </a:endParaRPr>
          </a:p>
        </p:txBody>
      </p:sp>
      <p:graphicFrame>
        <p:nvGraphicFramePr>
          <p:cNvPr id="48" name=""/>
          <p:cNvGraphicFramePr/>
          <p:nvPr/>
        </p:nvGraphicFramePr>
        <p:xfrm>
          <a:off x="611640" y="4876920"/>
          <a:ext cx="5065560" cy="534240"/>
        </p:xfrm>
        <a:graphic>
          <a:graphicData uri="http://schemas.openxmlformats.org/drawingml/2006/table">
            <a:tbl>
              <a:tblPr/>
              <a:tblGrid>
                <a:gridCol w="4234680"/>
                <a:gridCol w="831240"/>
              </a:tblGrid>
              <a:tr h="0">
                <a:tc>
                  <a:txBody>
                    <a:bodyPr lIns="7560" rIns="7560" tIns="7560" bIns="7560" anchor="b">
                      <a:noAutofit/>
                    </a:bodyPr>
                    <a:p>
                      <a:pPr>
                        <a:lnSpc>
                          <a:spcPct val="100000"/>
                        </a:lnSpc>
                      </a:pPr>
                      <a:r>
                        <a:rPr lang="en-US" sz="1100" b="1" u="none" strike="noStrike">
                          <a:solidFill>
                            <a:srgbClr val="000000"/>
                          </a:solidFill>
                          <a:effectLst/>
                          <a:uFillTx/>
                          <a:latin typeface="Arial"/>
                        </a:rPr>
                        <a:t>Support Category</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nSpc>
                          <a:spcPct val="100000"/>
                        </a:lnSpc>
                      </a:pPr>
                      <a:r>
                        <a:rPr lang="en-US" sz="1100" b="1" u="none" strike="noStrike">
                          <a:solidFill>
                            <a:srgbClr val="000000"/>
                          </a:solidFill>
                          <a:effectLst/>
                          <a:uFillTx/>
                          <a:latin typeface="Arial"/>
                        </a:rPr>
                        <a:t>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0">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{{table:su_sup_cat}} {{su_cat}}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{{su_cat_count}}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 name=""/>
          <p:cNvSpPr/>
          <p:nvPr/>
        </p:nvSpPr>
        <p:spPr>
          <a:xfrm>
            <a:off x="459360" y="188640"/>
            <a:ext cx="8281800" cy="89172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Verdana-Bold"/>
                <a:ea typeface="Verdana-Bold"/>
              </a:rPr>
              <a:t>Supplier Users - Satisfaction scores</a:t>
            </a:r>
            <a:endParaRPr lang="en-US" sz="2000" b="0" u="none" strike="noStrike">
              <a:solidFill>
                <a:srgbClr val="000000"/>
              </a:solidFill>
              <a:effectLst/>
              <a:uFillTx/>
              <a:latin typeface="Arial"/>
            </a:endParaRPr>
          </a:p>
        </p:txBody>
      </p:sp>
      <p:sp>
        <p:nvSpPr>
          <p:cNvPr id="50" name=""/>
          <p:cNvSpPr/>
          <p:nvPr/>
        </p:nvSpPr>
        <p:spPr>
          <a:xfrm>
            <a:off x="187200" y="6559200"/>
            <a:ext cx="8383680" cy="2973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sp>
        <p:nvSpPr>
          <p:cNvPr id="51" name=""/>
          <p:cNvSpPr/>
          <p:nvPr/>
        </p:nvSpPr>
        <p:spPr>
          <a:xfrm>
            <a:off x="4937760" y="1361880"/>
            <a:ext cx="2464920" cy="1419480"/>
          </a:xfrm>
          <a:custGeom>
            <a:avLst/>
            <a:gdLst>
              <a:gd name="textAreaLeft" fmla="*/ 0 w 2464920"/>
              <a:gd name="textAreaRight" fmla="*/ 2466360 w 2464920"/>
              <a:gd name="textAreaTop" fmla="*/ 0 h 1419480"/>
              <a:gd name="textAreaBottom" fmla="*/ 1420920 h 1419480"/>
            </a:gdLst>
            <a:ahLst/>
            <a:cxnLst/>
            <a:rect l="textAreaLeft" t="textAreaTop" r="textAreaRight" b="textAreaBottom"/>
            <a:pathLst>
              <a:path w="6851" h="3947">
                <a:moveTo>
                  <a:pt x="0" y="0"/>
                </a:moveTo>
                <a:lnTo>
                  <a:pt x="6851" y="0"/>
                </a:lnTo>
                <a:lnTo>
                  <a:pt x="6851" y="3947"/>
                </a:lnTo>
                <a:lnTo>
                  <a:pt x="0" y="3947"/>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a typeface="DejaVu Sans"/>
            </a:endParaRPr>
          </a:p>
        </p:txBody>
      </p:sp>
      <p:pic>
        <p:nvPicPr>
          <p:cNvPr id="52" name=""/>
          <p:cNvPicPr/>
          <p:nvPr/>
        </p:nvPicPr>
        <p:blipFill>
          <a:blip r:embed="rId1"/>
          <a:stretch/>
        </p:blipFill>
        <p:spPr>
          <a:xfrm>
            <a:off x="7078320" y="6127560"/>
            <a:ext cx="1765080" cy="579600"/>
          </a:xfrm>
          <a:prstGeom prst="rect">
            <a:avLst/>
          </a:prstGeom>
          <a:noFill/>
          <a:ln w="0">
            <a:noFill/>
          </a:ln>
        </p:spPr>
      </p:pic>
      <p:sp>
        <p:nvSpPr>
          <p:cNvPr id="53" name=""/>
          <p:cNvSpPr/>
          <p:nvPr/>
        </p:nvSpPr>
        <p:spPr>
          <a:xfrm>
            <a:off x="4157640" y="3429000"/>
            <a:ext cx="1766880" cy="410400"/>
          </a:xfrm>
          <a:custGeom>
            <a:avLst/>
            <a:gdLst>
              <a:gd name="textAreaLeft" fmla="*/ 0 w 1766880"/>
              <a:gd name="textAreaRight" fmla="*/ 1768320 w 1766880"/>
              <a:gd name="textAreaTop" fmla="*/ 0 h 410400"/>
              <a:gd name="textAreaBottom" fmla="*/ 411840 h 410400"/>
            </a:gdLst>
            <a:ahLst/>
            <a:cxnLst/>
            <a:rect l="textAreaLeft" t="textAreaTop" r="textAreaRight" b="textAreaBottom"/>
            <a:pathLst>
              <a:path w="4912" h="1144">
                <a:moveTo>
                  <a:pt x="0" y="0"/>
                </a:moveTo>
                <a:lnTo>
                  <a:pt x="4912" y="0"/>
                </a:lnTo>
                <a:lnTo>
                  <a:pt x="4912" y="1144"/>
                </a:lnTo>
                <a:lnTo>
                  <a:pt x="0" y="1144"/>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a typeface="DejaVu Sans"/>
            </a:endParaRPr>
          </a:p>
        </p:txBody>
      </p:sp>
      <p:graphicFrame>
        <p:nvGraphicFramePr>
          <p:cNvPr id="54" name=""/>
          <p:cNvGraphicFramePr/>
          <p:nvPr/>
        </p:nvGraphicFramePr>
        <p:xfrm>
          <a:off x="330480" y="1712880"/>
          <a:ext cx="5693760" cy="5394960"/>
        </p:xfrm>
        <a:graphic>
          <a:graphicData uri="http://schemas.openxmlformats.org/drawingml/2006/table">
            <a:tbl>
              <a:tblPr/>
              <a:tblGrid>
                <a:gridCol w="1423440"/>
                <a:gridCol w="1423440"/>
                <a:gridCol w="1423440"/>
                <a:gridCol w="1423800"/>
              </a:tblGrid>
              <a:tr h="1792800">
                <a:tc gridSpan="2">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{{prev_month}}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hMerge="1">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gridSpan="2">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hMerge="1">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600840">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r h="2329560">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55" name=""/>
          <p:cNvSpPr/>
          <p:nvPr/>
        </p:nvSpPr>
        <p:spPr>
          <a:xfrm>
            <a:off x="395280" y="2314440"/>
            <a:ext cx="5197320" cy="13395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3600" b="0" u="none" strike="noStrike">
                <a:solidFill>
                  <a:srgbClr val="003248"/>
                </a:solidFill>
                <a:effectLst/>
                <a:uFillTx/>
                <a:latin typeface="Arial"/>
                <a:ea typeface="Arial"/>
              </a:rPr>
              <a:t>Global Data</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 name=""/>
          <p:cNvSpPr/>
          <p:nvPr/>
        </p:nvSpPr>
        <p:spPr>
          <a:xfrm>
            <a:off x="459360" y="188640"/>
            <a:ext cx="8281800" cy="12981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Peapod Digital Labs For October 2025 Global</a:t>
            </a:r>
            <a:endParaRPr lang="en-US" sz="2000" b="0" u="none" strike="noStrike">
              <a:solidFill>
                <a:srgbClr val="000000"/>
              </a:solidFill>
              <a:effectLst/>
              <a:uFillTx/>
              <a:latin typeface="Arial"/>
            </a:endParaRPr>
          </a:p>
        </p:txBody>
      </p:sp>
      <p:sp>
        <p:nvSpPr>
          <p:cNvPr id="57" name=""/>
          <p:cNvSpPr/>
          <p:nvPr/>
        </p:nvSpPr>
        <p:spPr>
          <a:xfrm>
            <a:off x="209880" y="3467160"/>
            <a:ext cx="4221720" cy="434520"/>
          </a:xfrm>
          <a:prstGeom prst="rect">
            <a:avLst/>
          </a:prstGeom>
          <a:noFill/>
          <a:ln w="0">
            <a:noFill/>
          </a:ln>
        </p:spPr>
        <p:style>
          <a:lnRef idx="0"/>
          <a:fillRef idx="0"/>
          <a:effectRef idx="0"/>
          <a:fontRef idx="minor"/>
        </p:style>
        <p:txBody>
          <a:bodyPr lIns="90000" rIns="90000" tIns="45000" bIns="45000" anchor="t">
            <a:normAutofit/>
          </a:bodyPr>
          <a:p>
            <a:pPr rtl="1">
              <a:lnSpc>
                <a:spcPts val="1800"/>
              </a:lnSpc>
              <a:spcBef>
                <a:spcPts val="300"/>
              </a:spcBef>
              <a:spcAft>
                <a:spcPts val="300"/>
              </a:spcAft>
            </a:pPr>
            <a:r>
              <a:rPr lang="en-US" sz="1800" b="0" u="none" spc="-99" strike="noStrike">
                <a:solidFill>
                  <a:srgbClr val="003248"/>
                </a:solidFill>
                <a:effectLst/>
                <a:uFillTx/>
                <a:latin typeface="Arial"/>
                <a:ea typeface="Arial"/>
              </a:rPr>
              <a:t>Top 5 Suppliers this month</a:t>
            </a:r>
            <a:r>
              <a:rPr lang="en-US" sz="1800" b="0" u="none" spc="-99" strike="noStrike">
                <a:solidFill>
                  <a:srgbClr val="003248"/>
                </a:solidFill>
                <a:effectLst/>
                <a:uFillTx/>
                <a:latin typeface="Arial"/>
                <a:ea typeface="Arial"/>
              </a:rPr>
              <a:t>:</a:t>
            </a:r>
            <a:endParaRPr lang="en-US" sz="1800" b="0" u="none" strike="noStrike">
              <a:solidFill>
                <a:srgbClr val="000000"/>
              </a:solidFill>
              <a:effectLst/>
              <a:uFillTx/>
              <a:latin typeface="Arial"/>
            </a:endParaRPr>
          </a:p>
        </p:txBody>
      </p:sp>
      <p:sp>
        <p:nvSpPr>
          <p:cNvPr id="58" name=""/>
          <p:cNvSpPr/>
          <p:nvPr/>
        </p:nvSpPr>
        <p:spPr>
          <a:xfrm>
            <a:off x="187200" y="6559200"/>
            <a:ext cx="8383680" cy="2973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59" name=""/>
          <p:cNvPicPr/>
          <p:nvPr/>
        </p:nvPicPr>
        <p:blipFill>
          <a:blip r:embed="rId1"/>
          <a:stretch/>
        </p:blipFill>
        <p:spPr>
          <a:xfrm>
            <a:off x="7078320" y="6127560"/>
            <a:ext cx="1765080" cy="579600"/>
          </a:xfrm>
          <a:prstGeom prst="rect">
            <a:avLst/>
          </a:prstGeom>
          <a:noFill/>
          <a:ln w="0">
            <a:noFill/>
          </a:ln>
        </p:spPr>
      </p:pic>
      <p:graphicFrame>
        <p:nvGraphicFramePr>
          <p:cNvPr id="60" name=""/>
          <p:cNvGraphicFramePr/>
          <p:nvPr/>
        </p:nvGraphicFramePr>
        <p:xfrm>
          <a:off x="209880" y="1512360"/>
          <a:ext cx="4223160" cy="1758960"/>
        </p:xfrm>
        <a:graphic>
          <a:graphicData uri="http://schemas.openxmlformats.org/drawingml/2006/table">
            <a:tbl>
              <a:tblPr/>
              <a:tblGrid>
                <a:gridCol w="2111760"/>
                <a:gridCol w="2111760"/>
              </a:tblGrid>
              <a:tr h="813240">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{{prev_month}}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813240">
                <a:tc>
                  <a:txBody>
                    <a:bodyPr lIns="45720" rIns="45720" anchor="t">
                      <a:noAutofit/>
                    </a:bodyPr>
                    <a:p>
                      <a:pPr>
                        <a:lnSpc>
                          <a:spcPct val="100000"/>
                        </a:lnSpc>
                      </a:pPr>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nSpc>
                          <a:spcPct val="100000"/>
                        </a:lnSpc>
                      </a:pPr>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61" name=""/>
          <p:cNvGraphicFramePr/>
          <p:nvPr/>
        </p:nvGraphicFramePr>
        <p:xfrm>
          <a:off x="4711320" y="1512360"/>
          <a:ext cx="4141440" cy="1758960"/>
        </p:xfrm>
        <a:graphic>
          <a:graphicData uri="http://schemas.openxmlformats.org/drawingml/2006/table">
            <a:tbl>
              <a:tblPr/>
              <a:tblGrid>
                <a:gridCol w="2070720"/>
                <a:gridCol w="2071080"/>
              </a:tblGrid>
              <a:tr h="813240">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{{prev_month}}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813240">
                <a:tc>
                  <a:txBody>
                    <a:bodyPr lIns="45720" rIns="45720" anchor="t">
                      <a:noAutofit/>
                    </a:bodyPr>
                    <a:p>
                      <a:pPr>
                        <a:lnSpc>
                          <a:spcPct val="100000"/>
                        </a:lnSpc>
                      </a:pPr>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nSpc>
                          <a:spcPct val="100000"/>
                        </a:lnSpc>
                      </a:pPr>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62" name=""/>
          <p:cNvSpPr/>
          <p:nvPr/>
        </p:nvSpPr>
        <p:spPr>
          <a:xfrm>
            <a:off x="209880" y="1050120"/>
            <a:ext cx="5027040" cy="449280"/>
          </a:xfrm>
          <a:prstGeom prst="rect">
            <a:avLst/>
          </a:prstGeom>
          <a:noFill/>
          <a:ln w="0">
            <a:noFill/>
          </a:ln>
        </p:spPr>
        <p:style>
          <a:lnRef idx="0"/>
          <a:fillRef idx="0"/>
          <a:effectRef idx="0"/>
          <a:fontRef idx="minor"/>
        </p:style>
        <p:txBody>
          <a:bodyPr lIns="90000" rIns="90000" tIns="45000" bIns="45000" anchor="t">
            <a:normAutofit lnSpcReduction="9999"/>
          </a:bodyPr>
          <a:p>
            <a:pPr>
              <a:lnSpc>
                <a:spcPct val="100000"/>
              </a:lnSpc>
            </a:pPr>
            <a:r>
              <a:rPr lang="en-US" sz="2400" b="0" u="none" spc="-99" strike="noStrike">
                <a:solidFill>
                  <a:srgbClr val="003248"/>
                </a:solidFill>
                <a:effectLst/>
                <a:uFillTx/>
                <a:latin typeface="Arial"/>
                <a:ea typeface="Arial"/>
              </a:rPr>
              <a:t>Calls and Teams meetings:</a:t>
            </a:r>
            <a:endParaRPr lang="en-US" sz="2400" b="0" u="none" strike="noStrike">
              <a:solidFill>
                <a:srgbClr val="000000"/>
              </a:solidFill>
              <a:effectLst/>
              <a:uFillTx/>
              <a:latin typeface="Arial"/>
            </a:endParaRPr>
          </a:p>
        </p:txBody>
      </p:sp>
      <p:sp>
        <p:nvSpPr>
          <p:cNvPr id="63" name=""/>
          <p:cNvSpPr/>
          <p:nvPr/>
        </p:nvSpPr>
        <p:spPr>
          <a:xfrm>
            <a:off x="4710960" y="1069560"/>
            <a:ext cx="5027040" cy="449280"/>
          </a:xfrm>
          <a:prstGeom prst="rect">
            <a:avLst/>
          </a:prstGeom>
          <a:noFill/>
          <a:ln w="0">
            <a:noFill/>
          </a:ln>
        </p:spPr>
        <p:style>
          <a:lnRef idx="0"/>
          <a:fillRef idx="0"/>
          <a:effectRef idx="0"/>
          <a:fontRef idx="minor"/>
        </p:style>
        <p:txBody>
          <a:bodyPr lIns="90000" rIns="90000" tIns="45000" bIns="45000" anchor="t">
            <a:normAutofit lnSpcReduction="9999"/>
          </a:bodyPr>
          <a:p>
            <a:pPr>
              <a:lnSpc>
                <a:spcPct val="100000"/>
              </a:lnSpc>
            </a:pPr>
            <a:r>
              <a:rPr lang="en-US" sz="2400" b="0" u="none" spc="-99" strike="noStrike">
                <a:solidFill>
                  <a:srgbClr val="003248"/>
                </a:solidFill>
                <a:effectLst/>
                <a:uFillTx/>
                <a:latin typeface="Arial"/>
                <a:ea typeface="Arial"/>
              </a:rPr>
              <a:t>Average per day:</a:t>
            </a:r>
            <a:endParaRPr lang="en-US" sz="2400" b="0" u="none" strike="noStrike">
              <a:solidFill>
                <a:srgbClr val="000000"/>
              </a:solidFill>
              <a:effectLst/>
              <a:uFillTx/>
              <a:latin typeface="Arial"/>
            </a:endParaRPr>
          </a:p>
        </p:txBody>
      </p:sp>
      <p:graphicFrame>
        <p:nvGraphicFramePr>
          <p:cNvPr id="64" name=""/>
          <p:cNvGraphicFramePr/>
          <p:nvPr/>
        </p:nvGraphicFramePr>
        <p:xfrm>
          <a:off x="209880" y="3838320"/>
          <a:ext cx="4063320" cy="366480"/>
        </p:xfrm>
        <a:graphic>
          <a:graphicData uri="http://schemas.openxmlformats.org/drawingml/2006/table">
            <a:tbl>
              <a:tblPr/>
              <a:tblGrid>
                <a:gridCol w="3062880"/>
                <a:gridCol w="1000800"/>
              </a:tblGrid>
              <a:tr h="0">
                <a:tc>
                  <a:txBody>
                    <a:bodyPr lIns="7560" rIns="7560" tIns="7560" bIns="7560" anchor="b">
                      <a:noAutofit/>
                    </a:bodyPr>
                    <a:p>
                      <a:pPr>
                        <a:lnSpc>
                          <a:spcPct val="100000"/>
                        </a:lnSpc>
                      </a:pPr>
                      <a:r>
                        <a:rPr lang="en-US" sz="1100" b="1" u="none" strike="noStrike">
                          <a:solidFill>
                            <a:srgbClr val="000000"/>
                          </a:solidFill>
                          <a:effectLst/>
                          <a:uFillTx/>
                          <a:latin typeface="Arial"/>
                        </a:rPr>
                        <a:t>Org name</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nSpc>
                          <a:spcPct val="100000"/>
                        </a:lnSpc>
                      </a:pPr>
                      <a:r>
                        <a:rPr lang="en-US" sz="1100" b="1" u="none" strike="noStrike">
                          <a:solidFill>
                            <a:srgbClr val="000000"/>
                          </a:solidFill>
                          <a:effectLst/>
                          <a:uFillTx/>
                          <a:latin typeface="Arial"/>
                        </a:rPr>
                        <a:t>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0">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{{table:top_orgs}} {{org_name}}</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{{org_count}}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 name=""/>
          <p:cNvSpPr/>
          <p:nvPr/>
        </p:nvSpPr>
        <p:spPr>
          <a:xfrm>
            <a:off x="498240" y="1230840"/>
            <a:ext cx="8145720" cy="2474640"/>
          </a:xfrm>
          <a:prstGeom prst="rect">
            <a:avLst/>
          </a:prstGeom>
          <a:noFill/>
          <a:ln w="0">
            <a:noFill/>
          </a:ln>
        </p:spPr>
        <p:style>
          <a:lnRef idx="0"/>
          <a:fillRef idx="0"/>
          <a:effectRef idx="0"/>
          <a:fontRef idx="minor"/>
        </p:style>
        <p:txBody>
          <a:bodyPr lIns="90000" rIns="90000" tIns="45000" bIns="45000" anchor="t">
            <a:normAutofit/>
          </a:bodyPr>
          <a:p>
            <a:pPr marL="615600" indent="-615600" algn="ctr" rtl="1">
              <a:lnSpc>
                <a:spcPts val="1800"/>
              </a:lnSpc>
              <a:spcBef>
                <a:spcPts val="300"/>
              </a:spcBef>
              <a:spcAft>
                <a:spcPts val="300"/>
              </a:spcAft>
              <a:buClr>
                <a:srgbClr val="000000"/>
              </a:buClr>
              <a:buSzPct val="45000"/>
              <a:buFont typeface="Symbol" charset="2"/>
              <a:buChar char=""/>
            </a:pPr>
            <a:r>
              <a:rPr lang="en-US" sz="1800" b="0" u="none" strike="noStrike">
                <a:solidFill>
                  <a:srgbClr val="000000"/>
                </a:solidFill>
                <a:effectLst/>
                <a:uFillTx/>
                <a:latin typeface="Arial"/>
                <a:ea typeface="DejaVu Sans"/>
              </a:rPr>
              <a:t> </a:t>
            </a:r>
            <a:endParaRPr lang="en-US" sz="1800" b="0" u="none" strike="noStrike">
              <a:solidFill>
                <a:srgbClr val="000000"/>
              </a:solidFill>
              <a:effectLst/>
              <a:uFillTx/>
              <a:latin typeface="Arial"/>
            </a:endParaRPr>
          </a:p>
          <a:p>
            <a:pPr algn="ctr" rtl="1">
              <a:lnSpc>
                <a:spcPts val="1800"/>
              </a:lnSpc>
              <a:spcBef>
                <a:spcPts val="300"/>
              </a:spcBef>
              <a:spcAft>
                <a:spcPts val="300"/>
              </a:spcAft>
            </a:pPr>
            <a:r>
              <a:rPr lang="en-US" sz="11000" b="1" u="none" spc="-99" strike="noStrike">
                <a:solidFill>
                  <a:srgbClr val="003248"/>
                </a:solidFill>
                <a:effectLst/>
                <a:uFillTx/>
                <a:latin typeface="Helvetica-Bold"/>
                <a:ea typeface="Helvetica-Bold"/>
              </a:rPr>
              <a:t>Thank you</a:t>
            </a:r>
            <a:r>
              <a:rPr lang="en-US" sz="11000" b="1" u="none" spc="-99" strike="noStrike">
                <a:solidFill>
                  <a:srgbClr val="003248"/>
                </a:solidFill>
                <a:effectLst/>
                <a:uFillTx/>
                <a:latin typeface="Helvetica-Bold"/>
                <a:ea typeface="Helvetica-Bold"/>
              </a:rPr>
              <a:t>!</a:t>
            </a:r>
            <a:endParaRPr lang="en-US" sz="11000" b="0" u="none" strike="noStrike">
              <a:solidFill>
                <a:srgbClr val="000000"/>
              </a:solidFill>
              <a:effectLst/>
              <a:uFillTx/>
              <a:latin typeface="Arial"/>
            </a:endParaRPr>
          </a:p>
        </p:txBody>
      </p:sp>
      <p:sp>
        <p:nvSpPr>
          <p:cNvPr id="66" name=""/>
          <p:cNvSpPr/>
          <p:nvPr/>
        </p:nvSpPr>
        <p:spPr>
          <a:xfrm>
            <a:off x="187200" y="6559200"/>
            <a:ext cx="8383680" cy="29736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67" name=""/>
          <p:cNvPicPr/>
          <p:nvPr/>
        </p:nvPicPr>
        <p:blipFill>
          <a:blip r:embed="rId1"/>
          <a:stretch/>
        </p:blipFill>
        <p:spPr>
          <a:xfrm>
            <a:off x="7078320" y="6127560"/>
            <a:ext cx="1765080" cy="579600"/>
          </a:xfrm>
          <a:prstGeom prst="rect">
            <a:avLst/>
          </a:prstGeom>
          <a:noFill/>
          <a:ln w="0">
            <a:noFill/>
          </a:ln>
        </p:spPr>
      </p:pic>
      <p:pic>
        <p:nvPicPr>
          <p:cNvPr id="68" name=""/>
          <p:cNvPicPr/>
          <p:nvPr/>
        </p:nvPicPr>
        <p:blipFill>
          <a:blip r:embed="rId2"/>
          <a:stretch/>
        </p:blipFill>
        <p:spPr>
          <a:xfrm>
            <a:off x="1268640" y="2975400"/>
            <a:ext cx="6605280" cy="265032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78</TotalTime>
  <Application>LibreOffice/25.8.4.2$MacOSX_AARCH64 LibreOffice_project/290daaa01b999472f0c7a3890eb6a550fd74c6df</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2026-01-05T17:27:55Z</dcterms:modified>
  <cp:revision>7</cp:revision>
  <dc:subject/>
  <dc:title/>
</cp:coreProperties>
</file>

<file path=docProps/custom.xml><?xml version="1.0" encoding="utf-8"?>
<Properties xmlns="http://schemas.openxmlformats.org/officeDocument/2006/custom-properties" xmlns:vt="http://schemas.openxmlformats.org/officeDocument/2006/docPropsVTypes"/>
</file>